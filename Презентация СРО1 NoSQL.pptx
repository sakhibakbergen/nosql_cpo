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A"/>
                </a:solidFill>
                <a:latin typeface="Arial"/>
              </a:defRPr>
            </a:pPr>
            <a:r>
              <a:rPr lang="ru-RU" sz="1400" b="0" i="0" u="none" strike="noStrike">
                <a:solidFill>
                  <a:srgbClr val="1E2A3A"/>
                </a:solidFill>
                <a:latin typeface="Arial"/>
              </a:rPr>
              <a:t>Устаревших чтений из 40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только TTL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TTL 2 с</c:v>
                </c:pt>
                <c:pt idx="1">
                  <c:v>TTL 5 с</c:v>
                </c:pt>
                <c:pt idx="2">
                  <c:v>TTL 10 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26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0-45E5-8695-F5DBD2BD77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TTL + инвалидация</c:v>
                </c:pt>
              </c:strCache>
            </c:strRef>
          </c:tx>
          <c:spPr>
            <a:solidFill>
              <a:srgbClr val="1F4E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TTL 2 с</c:v>
                </c:pt>
                <c:pt idx="1">
                  <c:v>TTL 5 с</c:v>
                </c:pt>
                <c:pt idx="2">
                  <c:v>TTL 10 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10-45E5-8695-F5DBD2BD77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83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тема, вариант 11: кэш расписания университета на связке Redis и MongoDB. Главный вопрос: как не показывать студентам устаревшее расписание и при этом не нагружать базу.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Расписание читают десятки раз в день, а меняют редко. Если всё читать из базы, лишняя нагрузка. Если кэшировать без контроля, студент видит старую аудиторию. Цель работы: построить кэш и измерить, как TTL и инвалидация влияют на скорость и устаревание.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функциональных требований: чтение расписания тремя способами, создание, изменение, удаление и статистика. Четыре нефункциональных: скорость, ограниченное устаревание, работа без Redis и воспроизводимость. Десять шаблонов доступа с приоритетами описаны в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Сравнил четыре варианта. Только MongoDB нагружается чтением, только Redis не умеет сложные запросы. Write-through усложняет запись. Выбрал cache-aside: MongoDB хранит данные, Redis ускоряет повторные чтения. Это записано как ADR-001.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MongoDB занятие — один документ: имя преподавателя встроено, соединения не нужны. Время хранится как строка с ведущим нулём, чтобы сортировка была правильной. В Redis выборки лежат как JSON с TTL, а теги-множества позволяют точечно сбрасывать кэш группы или преподавателя.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Чтение: смотрим в Redis. Если есть, это hit, ответ быстрый. Если нет, это miss: читаем MongoDB и кладём результат в Redis с TTL. Запись: сначала MongoDB, потом удаляем ключи группы и преподавателя, старые и новые. Если Redis упал, сервис читает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показывает цикл: первое чтение miss, повторное hit, после изменения аудитории снова miss и новые данные, затем создание и удаление. DemoQueries выполняет девять запросов, два из них агрегации с group по предметам и по преподавателям.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инвалидации клиент видел старую аудиторию 3 секунды, весь TTL. С инвалидацией всего 7 миллисекунд. На графике число устаревших чтений: чем больше TTL, тем их больше, а с инвалидацией ноль. Race condition воспроизведён: кэш получил старые данные, TTL исправил.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автоматических тестов на отдельной базе, все зелёные: miss и hit, инвалидация, истечение TTL, смена преподавателя, stale без инвалидации, работа без Redis и конфликты. Ограничения: инвалидация грубая, гонка закрыта только TTL, один экземпляр баз, единичные замеры.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Вывод: кэш ускоряет чтение, TTL ограничивает устаревание, а инвалидация почти убирает его. Вместе они дают быстрые и актуальные данные.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99738" y="2345"/>
            <a:ext cx="2426677" cy="23774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015175"/>
            <a:ext cx="2011680" cy="201168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АТУ · Проектирование и применение NoSQL · СРО</a:t>
            </a:r>
            <a:r>
              <a:rPr lang="ru-RU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№1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расписания университета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MongoDB: TTL, инвалидация кэша и анализ stale data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Сахи Бакберген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 24-22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Преподаватель: Рашидинов Д.Р.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цель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AF0FA"/>
          </a:solidFill>
          <a:ln/>
        </p:spPr>
      </p:sp>
      <p:sp>
        <p:nvSpPr>
          <p:cNvPr id="5" name="Shape 2"/>
          <p:cNvSpPr/>
          <p:nvPr/>
        </p:nvSpPr>
        <p:spPr>
          <a:xfrm>
            <a:off x="4663440" y="114300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AF0FA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344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20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читают очень часто, а меняют редко. Каждое чтение из БД — лишняя нагрузка. Кэш без контроля показывает устаревшие данные.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325880"/>
            <a:ext cx="384048" cy="384048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344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920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кэша расписания на MongoDB и Redis. Измерить влияние TTL и инвалидации на скорость, hit ratio и длительность устаревания.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4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 в базе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4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(W43–W45)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4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 24-22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расписание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/>
        </p:spPr>
      </p:sp>
      <p:sp>
        <p:nvSpPr>
          <p:cNvPr id="5" name="Shape 2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(7)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916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группы: неделя, день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преподавателя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занятие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занятие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Удалить, проверить конфликты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hit/miss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 (4)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6916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быстрее miss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Устаревание ограничено TTL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при падении Redis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одной командой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Access Patterns  ·  4 индекса MongoDB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технологии и ADR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Плюс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Нагрузка в часы пик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Redis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Очень быстро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запросов и агрегаций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+ Redis, cache-aside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Быстро и надёжно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 stale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Write-through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Кэш всегда свежий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Сложная запись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4336B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источник истины, Redis — кэш с TTL. Запись: сначала БД, затем удаление ключей кэша.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EAF0FA"/>
          </a:solidFill>
          <a:ln/>
        </p:spPr>
      </p:sp>
      <p:sp>
        <p:nvSpPr>
          <p:cNvPr id="5" name="Shape 2"/>
          <p:cNvSpPr/>
          <p:nvPr/>
        </p:nvSpPr>
        <p:spPr>
          <a:xfrm>
            <a:off x="4754880" y="109728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EAF0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lessons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_id: "L001",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groupId: "ИС 24-22",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teacherId: "T01",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teacherName: "Рашидинов Д.Р.",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subject: "NoSQL", type: "лекция",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room: "501-Б",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date: "2026-10-19",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week: "2026-W43",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start: "12:00", end: "12:50" }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Redis: ключи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4592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schedule:group:{группа}:{неделя}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schedule:group:{группа}:day:{дата}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schedule:teacher:{id}:{неделя}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tag:group:{группа}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tag:teacher:{id}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stats:hits, stats:misses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+ TTL, Set-теги, счётчики INCR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Индексы: (groupId, week), (groupId, date), (teacherId, week), (room, date, start)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логика</a:t>
            </a:r>
            <a:endParaRPr lang="en-US" sz="3200" dirty="0"/>
          </a:p>
        </p:txBody>
      </p:sp>
      <p:pic>
        <p:nvPicPr>
          <p:cNvPr id="4" name="Image 0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120640" cy="236829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852160" y="1188720"/>
            <a:ext cx="384048" cy="384048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8521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1536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→ hit; miss → MongoDB → setex с TTL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852160" y="2286000"/>
            <a:ext cx="384048" cy="384048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8521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633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MongoDB, потом удалить ключи по тегам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3383280"/>
            <a:ext cx="384048" cy="384048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8521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Сбой Redis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7307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читает MongoDB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Maven · MongoDB 7 · Redis 7 · Jedis · JUnit 5 · Docker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Запросы и CRUD в работе</a:t>
            </a:r>
            <a:endParaRPr lang="en-US" sz="3200" dirty="0"/>
          </a:p>
        </p:txBody>
      </p:sp>
      <p:pic>
        <p:nvPicPr>
          <p:cNvPr id="4" name="Image 0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486400" cy="1939834"/>
          </a:xfrm>
          <a:prstGeom prst="rect">
            <a:avLst/>
          </a:prstGeom>
        </p:spPr>
      </p:pic>
      <p:pic>
        <p:nvPicPr>
          <p:cNvPr id="5" name="Image 1" descr="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5486400" cy="171254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172200" y="10972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EAF0FA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6355080" y="1234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112,84 мс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63550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miss: MongoDB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35508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 мс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hit: Redis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355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запросов, 2 агрегации, CRUD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Эксперимент: устаревание данных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937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5623560" y="1097280"/>
            <a:ext cx="3063240" cy="1600200"/>
          </a:xfrm>
          <a:prstGeom prst="roundRect">
            <a:avLst>
              <a:gd name="adj" fmla="val 6857"/>
            </a:avLst>
          </a:prstGeom>
          <a:solidFill>
            <a:srgbClr val="FBE9E7"/>
          </a:solidFill>
          <a:ln/>
        </p:spPr>
      </p:sp>
      <p:sp>
        <p:nvSpPr>
          <p:cNvPr id="6" name="Shape 2"/>
          <p:cNvSpPr/>
          <p:nvPr/>
        </p:nvSpPr>
        <p:spPr>
          <a:xfrm>
            <a:off x="5623560" y="2880360"/>
            <a:ext cx="3063240" cy="178308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80644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3001 мс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80644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устаревания, только TTL (3 с)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8064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мс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3566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инвалидацией; TTL остаётся страховкой при гонке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и ограничения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31089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пройдено</a:t>
            </a:r>
            <a:endParaRPr lang="en-US" sz="1600" dirty="0"/>
          </a:p>
        </p:txBody>
      </p:sp>
      <p:pic>
        <p:nvPicPr>
          <p:cNvPr id="6" name="Image 0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5120640" cy="13898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 база university_test и Redis db 1: рабочие данные не затрагиваются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806440" y="1097280"/>
            <a:ext cx="2880360" cy="3566160"/>
          </a:xfrm>
          <a:prstGeom prst="roundRect">
            <a:avLst>
              <a:gd name="adj" fmla="val 3810"/>
            </a:avLst>
          </a:prstGeom>
          <a:solidFill>
            <a:srgbClr val="EAF0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98932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Грубая инвалидация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Гонка закрыта только TTL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Redis и один Mongo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Единичные замеры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3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143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ограничивает устаревание, инвалидация сводит его почти к нулю: 3001 мс → 7 мс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быстрее повторных чтений, MongoDB остаётся источником истины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880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9 запросов, 7 тестов и 3 эксперимента подтверждают решение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F4E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github.com/&lt;ваш-логин&gt;/&lt;репозиторий&gt;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1004</Words>
  <Application>Microsoft Office PowerPoint</Application>
  <PresentationFormat>Экран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Кэш расписания университета (вариант 11)</dc:title>
  <dc:subject>PptxGenJS Presentation</dc:subject>
  <dc:creator>Жолдас Қайсар</dc:creator>
  <cp:lastModifiedBy>Бакберген Сахи</cp:lastModifiedBy>
  <cp:revision>2</cp:revision>
  <dcterms:created xsi:type="dcterms:W3CDTF">2026-10-19T08:55:09Z</dcterms:created>
  <dcterms:modified xsi:type="dcterms:W3CDTF">2026-10-19T09:07:27Z</dcterms:modified>
</cp:coreProperties>
</file>